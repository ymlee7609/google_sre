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>
                <a:solidFill>
                  <a:srgbClr val="3D3530"/>
                </a:solidFill>
                <a:latin typeface="NanumMyeongjo"/>
              </a:defRPr>
            </a:pPr>
            <a:r>
              <a:t>Site Reliability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A7A6A"/>
                </a:solidFill>
                <a:latin typeface="Malgun Gothic"/>
              </a:defRPr>
            </a:pPr>
            <a:r>
              <a:t>학습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Part 3: 실무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D3530"/>
                </a:solidFill>
                <a:latin typeface="NanumMyeongjo"/>
              </a:defRPr>
            </a:pPr>
            <a:r>
              <a:t>Part 3: 실무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10  —  Practical Alerting from Time-Series Data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11  —  Being On-Call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12  —  Effective Troubleshooting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13  —  Emergency Response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14  —  Managing Incidents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15  —  Postmortem Culture: Learning from Failure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16  —  Tracking Outages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17  —  Testing for Reliability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18  —  Software Engineering in SRE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D3530"/>
                </a:solidFill>
                <a:latin typeface="NanumMyeongjo"/>
              </a:defRPr>
            </a:pPr>
            <a:r>
              <a:t>Part 3: 실무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19  —  Load Balancing at the Frontend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20  —  Load Balancing in the Datacenter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21  —  Handling Overload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22  —  Addressing Cascading Failures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23  —  Managing Critical State: Distributed Consensus for Reliability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24  —  Distributed Periodic Scheduling with Cron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25  —  Data Processing Pipelines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26  —  Data Integrity: What You Read Is What You Wrote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27  —  Reliable Product Launches at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Practical Alerting from Time-Series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Borgmon은 커스텀 스크립트 기반 점검-알림 모델을 시계열 데이터 수집과 중앙화된 규칙 평가로 대체했다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시계열 데이터는 (타임스탬프, 값) 쌍으로 저장되며, 레이블셋(key=value)으로 고유하게 식별된다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카운터(단조 증가)가 게이지(임의 값)보다 선호된다 - 수집 간격 사이의 활동을 놓치지 않는다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10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Borgmon은 커스텀 스크립트 기반 점검-알림 모델을 시계열 데이터 수집과 중앙화된 규칙 평가로 대체했다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시계열 데이터는 (타임스탬프, 값) 쌍으로 저장되며, 레이블셋(key=value)으로 고유하게 식별된다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카운터(단조 증가)가 게이지(임의 값)보다 선호된다 - 수집 간격 사이의 활동을 놓치지 않는다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Borgmon 규칙은 시계열에서 새 시계열을 계산하는 대수 표현식이다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집계(Aggregation)가 분산 환경 규칙 평가의 초석이다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모니터링 유지 비용은 서비스 규모에 대해 서브리니어하게 확장되어야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화이트박스 모니터링만으로는 불완전하다 - Prober를 통한 블랙박스 검증이 필수적이다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알림은 "플래핑" 방지를 위해 최소 2회 규칙 평가 주기 동안 유지되어야 발송된다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10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/varz HTTP 핸들러로 표준화된 메트릭 형식 수집 - 계측 추가 장벽을 최소화한다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시계열 아레나: 인메모리 고정 크기 블록에 약 12시간 데이터를 유지하고, TSDB에 아카이빙한다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Borgmon 계층 구조: 데이터센터별 Borgmon이 수집하고, 글로벌 Borgmon이 상위 집계를 수행한다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알림 규칙 예시: 에러 비율 &gt; 1%이면서 에러 수 &gt; 1/s일 때, 2분간 지속되면 페이지 발송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Alertmanager: 알림 억제, 중복 제거, 라벨 기반 팬인/팬아웃을 중앙에서 처리한다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변수 이름 명명 규칙: "집계수준:변수명:연산" (예: dc:http_errors:ratio_rate10m)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규칙 라이브러리 템플릿으로 반복을 줄이고, 단위/회귀 테스트로 규칙 동작을 검증한다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Prometheus, Riemann, Bosun 등 오픈소스 도구가 Borgmon과 유사한 접근법을 제공한다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May the queries flow, and the pager stay silent." - Traditional SRE blessing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Borgmon is really just a programmable calculator, with some syntactic sugar that enables it to generate alerts.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Borgmon  |  시계열  |  varz  |  레이블  |  카운터  |  게이지  |  집계  |  Alertmanager  |  Prober  |  TSDB  |  Prometheus  |  규칙 평가  |  화이트박스 모니터링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Being On-Call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온콜의 양(quantity)과 질(quality) 두 축의 균형이 필수적이다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SRE 시간의 최대 25%만 온콜에 할당하고, 최소 50%는 엔지니어링 프로젝트에 투입한다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온콜 시프트당 최대 2건의 인시던트가 상한선이다 - 인시던트 하나에 약 6시간(근본 원인 분석, 복구, 포스트모템)이 소요된다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11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온콜의 양(quantity)과 질(quality) 두 축의 균형이 필수적이다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SRE 시간의 최대 25%만 온콜에 할당하고, 최소 50%는 엔지니어링 프로젝트에 투입한다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온콜 시프트당 최대 2건의 인시던트가 상한선이다 - 인시던트 하나에 약 6시간(근본 원인 분석, 복구, 포스트모템)이 소요된다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이성적이고 숙고적인(deliberate) 사고가 직관적이고 자동적인 반응보다 인시던트 대응에 더 효과적이다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스트레스 호르몬은 인지 기능을 손상시키고 최적이 아닌 의사결정을 유발한다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운영 과부하(overload)와 운영 과소부하(underload) 모두 위험하다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다중 사이트 팀의 "follow the sun" 로테이션이 야간 근무의 건강 영향을 제거한다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호출기 반환(give back the pager)은 SRE 팀의 최후 수단이지만, 건전한 팀 간 긴장의 표현이다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11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단일 사이트 팀 최소 8명, 다중 사이트 팀 각 사이트 최소 6명으로 25% 온콜 규칙을 준수한다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온콜 엔지니어에게 필요한 3대 리소스: 명확한 에스컬레이션 경로, 체계적 인시던트 관리 절차, 비난 없는 포스트모템 문화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응답 시간은 SLO에 연계한다 - 4나인 가용성이면 분기당 약 13분 다운타임 허용, 응답은 분 단위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모든 SRE가 분기당 최소 1~2회 온콜을 수행하여 프로덕션 감각을 유지한다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Wheel of Misfortune와 DiRT(Disaster Recovery Training)로 정기적 훈련을 실시한다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잘못 설정된 모니터링이 운영 과부하의 주요 원인이다 - 알림/인시던트 비율을 1:1에 근접시킨다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과부하 시 경험 많은 SRE를 임시 파견하여 팀에 여유를 제공한다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온콜 보상은 금전 또는 대체 휴가로 제공하되, 과도한 온콜 방지를 위해 상한선을 설정한다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We strongly believe that the 'E' in 'SRE' is a defining characteristic of our organization.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Being out of touch with production for long periods of time can lead to confidence issues.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온콜  |  25% 규칙  |  인시던트 관리  |  에스컬레이션  |  운영 과부하  |  운영 과소부하  |  follow the sun  |  Wheel of Misfortune  |  DiRT  |  호출기 반환  |  보상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Effective Troubleshooting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트러블슈팅은 가설-연역적 방법(hypothetico-deductive method)의 적용이다 - 관찰, 가설 수립, 테스트의 반복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트러블슈팅은 학습 가능하고 가르칠 수 있는 기술이며, 타고난 재능이 아니다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두 가지 핵심 요소: 범용 트러블슈팅 프로세스 이해 + 해당 시스템에 대한 깊은 지식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12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트러블슈팅은 가설-연역적 방법(hypothetico-deductive method)의 적용이다 - 관찰, 가설 수립, 테스트의 반복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트러블슈팅은 학습 가능하고 가르칠 수 있는 기술이며, 타고난 재능이 아니다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두 가지 핵심 요소: 범용 트러블슈팅 프로세스 이해 + 해당 시스템에 대한 깊은 지식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첫 번째 우선순위는 출혈 멈추기(서비스 복구)이다 - 근본 원인 분석은 그 다음이다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상관관계는 인과관계가 아니다 - 허위 상관에 속지 않아야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부정적 결과(negative results)도 가치 있다 - 무엇이 작동하지 않는지 아는 것도 진보이다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시스템은 관성을 가진다 - 최근 변경사항이 문제의 출발점이 되는 경우가 많다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12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문제 보고서에 기대 동작, 실제 동작, 재현 방법을 포함시킨다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트리아지: "비행기를 먼저 조종하라" - 서비스 복구가 디버깅보다 우선한다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분할 정복(divide and conquer) 전략: 스택의 한쪽 끝에서 시작하여 체계적으로 각 컴포넌트 점검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"무엇을, 어디서, 왜" 질문: 시스템이 현재 하고 있는 것을 파악하고 자원 사용처를 추적한다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테스트 설계 시 상호 배타적 대안을 가진 실험을 선호하고, 가능성 높은 가설부터 검증한다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모든 가설, 테스트, 결과를 명확히 기록한다 - 포스트모템과 미래 참조를 위해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관찰 가능성(observability)을 컴포넌트 설계 시점부터 내장한다 (화이트박스 메트릭, 구조화된 로그)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고유 요청 식별자로 RPC 체인 전체를 추적한다 (Dapper 등)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Expertise is gained by investigating why a system doesn't work." - Brian Redman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When you hear hoofbeats, think of horses not zebras." - 단순한 설명을 먼저 고려하라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Publish your results... including negative 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2062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트러블슈팅  |  가설-연역  |  트리아지  |  분할 정복  |  근본 원인 분석  |  관찰 가능성  |  부정적 결과  |  포스트모템  |  Dapper  |  로깅  |  상관관계와 인과관계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Emergency Response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시스템은 반드시 장애가 발생하며, 상상하지 못한 방식으로 장애가 발생한다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긴급 대응의 핵심: 당황하지 않기, 필요하면 더 많은 사람을 투입하기, 과거로부터 학습하기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세 가지 긴급 상황 유형: 테스트 유발, 변경 유발, 프로세스(자동화) 유발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13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시스템은 반드시 장애가 발생하며, 상상하지 못한 방식으로 장애가 발생한다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긴급 대응의 핵심: 당황하지 않기, 필요하면 더 많은 사람을 투입하기, 과거로부터 학습하기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세 가지 긴급 상황 유형: 테스트 유발, 변경 유발, 프로세스(자동화) 유발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장애 이론과 현실은 완전히 다른 영역이다 - 실제 장애 전까지는 시스템 반응을 알 수 없다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해결책은 항상 존재한다 - 혼자 찾지 못하면 범위를 넓혀라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가장 많은 상태(state)를 가진 사람이 종종 이벤트를 촉발한 사람이다 - 그 사람을 활용하라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13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테스트 유발 사례: MySQL 데이터베이스 접근 차단 테스트에서 예상치 못한 종속성이 발견됨 - 롤백 절차를 사전에 테스트 환경에서 검증해야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변경 유발 사례: 금요일 글로벌 설정 변경이 전체 외부 시스템 크래시 루프를 유발 - 리스크 인식과 무관하게 철저한 카나리 프로세스가 필요하다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프로세스 유발 사례: Diskerase 자동화의 빈 집합 = "모든 것" 버그 - 자동화에 위생 검사와 속도 제한을 포함한다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장애 이력(outage history)을 철저히 기록하고, 모든 사람이 학습할 수 있도록 포스트모템을 게시한다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대규모 "What if" 질문을 정기적으로 던진다: 전원 장애, 네트워크 침수, 데이터센터 중단 등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사전 예방적 테스트(proactive testing)를 장려한다 - 통제된 상황에서 장애를 경험하는 것이 새벽 2시보다 낫다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대역 외(out-of-band) 통신 시스템을 유지하고 정기적으로 사용한다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인시던트 대응 프로세스를 수립하고, 정기적으로 연습하고, 업데이트를 명확히 전파한다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Things break; that's life.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There is no better way to learn than to document what has broken in the past.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Sometimes zero does mean all." - Diskerase 자동화 버그 교훈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2062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긴급 대응  |  테스트 유발 장애  |  변경 유발 장애  |  자동화 유발 장애  |  롤백  |  카나리  |  Diskerase  |  위생 검사  |  장애 이력  |  사전 예방적 테스트  |  DiRT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Managing Incidents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효과적인 인시던트 관리는 장애 영향을 제한하고 정상 운영을 최대한 빨리 복구하는 핵심이다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비관리 인시던트의 3대 문제: 기술 문제에만 과몰입, 커뮤니케이션 부재, 무조율 단독 행동(Freelancing)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Google의 인시던트 관리 시스템은 ICS(Incident Command System)에 기반한다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14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효과적인 인시던트 관리는 장애 영향을 제한하고 정상 운영을 최대한 빨리 복구하는 핵심이다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비관리 인시던트의 3대 문제: 기술 문제에만 과몰입, 커뮤니케이션 부재, 무조율 단독 행동(Freelancing)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Google의 인시던트 관리 시스템은 ICS(Incident Command System)에 기반한다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역할의 재귀적 분리(Recursive Separation of Responsibilities)가 개인에게 더 많은 자율성을 부여한다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인시던트 선언 기준을 사전에 명확히 정의해야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인시던트를 일찍 선언하고 단순 해결 후 종료하는 것이 늦게 선언하는 것보다 낫다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14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4가지 핵심 역할: 인시던트 커맨더(총괄), 운영 리드(시스템 변경), 커뮤니케이션(외부 전달), 계획(장기 이슈/버그 관리)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인시던트 선언 기준: 두 번째 팀 투입 필요, 고객 가시적 장애, 1시간 집중 분석 후 미해결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실시간 인시던트 상태 문서(living document)를 유지하되, 기능적이면 지저분해도 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교대 시 명확한 핸드오프: "당신이 이제 인시던트 커맨더입니다, 확인해주세요"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IRC(채팅)를 인시던트 대응의 통신 및 로그 수단으로 활용한다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인시던트 관리 프레임워크를 일상적 변경 관리에도 적용하여 역량을 유지한다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재난 복구 훈련과 역할극으로 인시던트 관리 역량의 퇴화를 방지한다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최우선 모범 사례 7가지: 우선순위 정하기, 준비하기, 신뢰하기, 자기성찰, 대안 고려, 연습, 역할 교체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Stop the bleeding, restore service, and preserve the evidence for root-causing.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It is better to declare an incident early and then find a simple fix and close out the incident.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인시던트 관리  |  ICS  |  인시던트 커맨더  |  운영 리드  |  커뮤니케이션  |  핸드오프  |  실시간 문서  |  War Room  |  IRC  |  역할 분리  |  Freelancing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Postmortem Culture: Learning from Failure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포스트모템은 인시던트를 문서화하고, 근본 원인을 이해하며, 재발 방지 조치를 수립하기 위한 필수 도구이다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비난 없는 포스트모템(Blameless Postmortem)은 SRE 문화의 핵심 원칙이다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포스트모템 작성은 처벌이 아니라 전체 회사를 위한 학습 기회이다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15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포스트모템은 인시던트를 문서화하고, 근본 원인을 이해하며, 재발 방지 조치를 수립하기 위한 필수 도구이다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비난 없는 포스트모템(Blameless Postmortem)은 SRE 문화의 핵심 원칙이다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포스트모템 작성은 처벌이 아니라 전체 회사를 위한 학습 기회이다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"사람은 고칠 수 없지만, 시스템과 프로세스는 고칠 수 있다"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검토되지 않은 포스트모템은 존재하지 않는 것과 같다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포스트모템 문화는 지속적 배양과 강화가 필요하다 - 한 번 만들어지지 않는다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의료 및 항공 산업에서 유래한 비난 없는 문화는 모든 실수를 시스템 강화 기회로 본다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15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포스트모템 트리거 기준: 사용자 가시적 다운타임, 데이터 손실, 온콜 개입(롤백 등), 해결 시간 초과, 모니터링 실패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사건 발생 전에 포스트모템 기준을 미리 정의한다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포스트모템 검토 기준: 핵심 데이터 수집 여부, 영향 평가 완전성, 근본 원인 깊이, 조치 계획 적절성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조치 항목의 후속 이행에 대해 본인과 타인에게 책임을 물어야 한다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포스트모템 문화 강화 활동: 월간 뉴스레터, 포스트모템 읽기 클럽, Wheel of Misfortune 역할극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실시간 협업 도구(Google Docs 등)로 신속한 데이터 수집과 크라우드소싱 솔루션을 가능하게 한다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포스트모템 작성을 공개적으로 보상하고 축하한다 - Google TGIF에서의 SRE 인정 사례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정기적 설문으로 포스트모템 프로세스의 효과성을 측정하고 개선한다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제품 경계를 넘어 공통 주제와 개선 영역을 식별하기 위한 집계 도구를 활용한다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The cost of failure is education." - Devin Carraway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You can't 'fix' people, but you can fix systems and processes to better support people making the right choices.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Writing a postmortem is not punishment - it is a learning opportunity for the entire company.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2062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포스트모템  |  비난 없는 문화  |  근본 원인 분석  |  조치 항목  |  학습 기회  |  포스트모템 읽기 클럽  |  Wheel of Misfortune  |  실시간 협업  |  트리거 기준  |  추세 분석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Tracking Outages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시간이 지남에 따른 신뢰성 개선은 알려진 기준선에서 출발하여 진행 상황을 추적해야만 가능하다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포스트모템은 대규모 인시던트만 다루므로, 개별적으로 작은 영향이지만 빈번하고 광범위한 이슈는 별도의 추적이 필요하다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장애 추적 도구는 과거 데이터 분석을 통해 체계적, 주기적, 광범위한 문제를 식별하는 것이 가장 중요한 기능이다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16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시간이 지남에 따른 신뢰성 개선은 알려진 기준선에서 출발하여 진행 상황을 추적해야만 가능하다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포스트모템은 대규모 인시던트만 다루므로, 개별적으로 작은 영향이지만 빈번하고 광범위한 이슈는 별도의 추적이 필요하다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장애 추적 도구는 과거 데이터 분석을 통해 체계적, 주기적, 광범위한 문제를 식별하는 것이 가장 중요한 기능이다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팀 간 가시성(cross-team visibility)의 향상이 인시던트 해결을 크게 가속화한다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알림을 인시던트로 그룹화하여 "일일 인시던트 수"와 "일일 알림 수"를 분리 분석해야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태깅은 단순해 보이지만 서비스의 문제 지점을 파악하는 데 가장 유용한 고유 기능이다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16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Escalator 시스템: 중앙 집중식 알림 에스컬레이션 시스템으로, 사람이 확인하지 않으면 자동으로 다음 담당자에게 전달한다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Outalator 시스템: 모니터링 시스템의 모든 알림을 수동적으로 수신하여 주석, 그룹화, 분석을 가능하게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여러 큐의 알림을 시간순 통합 뷰로 제공하여 팀 간 알림 추적을 용이하게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알림 집계(Aggregation): 단일 이벤트가 여러 알림을 트리거할 때 이를 하나의 인시던트로 그룹화한다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태깅(Tagging): 자유 형식 태그와 계층적 네임스페이스(cause:network:switch 등)를 사용하여 메타데이터를 추가한다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미리 정해진 태그 목록을 강제하지 않고 팀이 자체 기준과 선호도를 찾도록 허용한다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16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분석(Analysis): 팀/서비스 간, 시간 경과에 따른 비교를 통해 패턴과 추세를 식별한다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교대 인수인계 시 선택한 장애 정보를 이메일로 전달하여 최근 상태를 공유한다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주간 프로덕션 리뷰를 위한 보고 모드에서 중요 주석을 인라인 확장하여 하이라이트 개요를 제공한다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더미 에스컬레이터 설정을 통해 특권 계정 사용 로깅, 주기적 작업 기록 등 "기록 시스템"으로도 활용한다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인프라 구성 요소별 인시던트 원인 분석으로 안정성 향상의 잠재적 이득을 정량화한다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Improving reliability over time is only possible if you start from a known baseline and can track progress.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As trivial as tagging appears, it is probably one of the Outalator's most useful unique features.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장애 추적  |  Outalator  |  Escalator  |  알림 집계  |  태깅  |  인시던트  |  교대 인수인계  |  추세 분석  |  팀 간 가시성  |  보고 모드  |  기록 시스템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Testing for Reliability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테스트하지 않았다면 고장났다고 가정하라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테스트는 변경이 발생할 때 동등성(equivalence)의 특정 영역을 입증하는 메커니즘이다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테스트 커버리지가 높을수록 각 변경으로 인한 불확실성이 줄어들어 더 많은 변경을 허용한다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17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테스트하지 않았다면 고장났다고 가정하라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테스트는 변경이 발생할 때 동등성(equivalence)의 특정 영역을 입증하는 메커니즘이다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테스트 커버리지가 높을수록 각 변경으로 인한 불확실성이 줄어들어 더 많은 변경을 허용한다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MTTR이 0인 테스트는 프로덕션 배포 전에 버그를 차단하여 사용자가 경험하는 MTBF를 증가시킨다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안정성과 민첩성은 전통적으로 긴장 관계지만, 빌드가 안정적이고 신뢰할 수 있으면 개발자가 더 빠르게 반복할 수 있다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모든 소프트웨어가 동등하지 않다 - 생명 또는 매출에 영향을 미치는 시스템은 훨씬 높은 테스트 품질을 요구한다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신뢰성 관리는 테스트 커버리지로 인한 불확실성 한계와 사용자 가시적 결함 한계를 결합하여 릴리스 주기를 조정한다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17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전통적 테스트 계층: 단위 테스트(가장 작고 빠름) → 통합 테스트(의존성 주입으로 모킹) → 시스템 테스트(엔드투엔드)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시스템 테스트 유형: 스모크 테스트(기본 동작), 성능 테스트(점진적 저하 방지), 회귀 테스트(이전 버그 재발 방지)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프로덕션 테스트 유형: 설정 테스트(실제 구성과 소스 코드 비교), 스트레스 테스트(한계 탐색), 카나리 테스트(점진적 배포)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카나리 테스트는 진정한 테스트가 아니라 구조화된 사용자 수용(structured user acceptance)이다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버그 오더(order): U=1은 선형적 결함, U=2는 데이터 손상, U=3은 식별자 연쇄 - 고차 버그는 릴리스 중 반드시 잡아야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테스트 환경 구축: 버전 관리 시스템 → 지속적 빌드 시스템(코드 제출마다 빌드 및 테스트) → 결함 즉시 수정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17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모든 보고된 버그를 테스트 케이스로 문서화하여 포괄적 회귀 테스트 모음을 구축한다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프로덕션 프로브: 알려진 좋은 요청을 프로덕션에서 모니터링 프로브로 재생하여 환경 간 차이를 감지한다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설정 파일 테스트: 프로토콜 버퍼를 사용하여 스키마 사전 정의와 자동 검증으로 런타임 바운드를 보장한다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통계적 테스트(퍼징, Chaos Monkey, Jepsen)는 반복 가능하지 않지만, 무작위 동작 로그를 릴리스 테스트로 리팩토링한다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Break-glass 메커니즘: 긴급 시 릴리스 테스트를 비활성화하되, 테스트는 계속 실행하여 결과를 역주석한다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Bazel 같은 빌드 시스템으로 의존성 그래프 기반 선택적 테스트를 실행하여 비용과 속도를 최적화한다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If you haven't tried it, assume it's broken.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Testing is one of the most profitable investments engineers can make to improve the reliability of their product.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The more bugs you can find with zero MTTR, the higher the Mean Time Between Failures experienced by your users.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2062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테스트  |  신뢰성  |  단위 테스트  |  통합 테스트  |  시스템 테스트  |  카나리  |  스트레스 테스트  |  프로덕션 프로브  |  MTTR  |  MTBF  |  회귀 테스트  |  설정 테스트  |  Break-glass  |  Bazel  |  버그 오더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Software Engineering in SRE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SRE 내 소프트웨어 엔지니어링은 일회성 솔루션이 아닌 본격적인 제품 개발 프로젝트이다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SRE는 프로덕션의 복잡성에 대한 직접적 경험이 있어 적절한 도구를 개발할 수 있는 독보적 위치에 있다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"팀 규모는 서비스 성장에 비례하여 직접 확장해서는 안 된다" - 자동화와 도구 개발이 필수적이다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18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SRE 내 소프트웨어 엔지니어링은 일회성 솔루션이 아닌 본격적인 제품 개발 프로젝트이다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SRE는 프로덕션의 복잡성에 대한 직접적 경험이 있어 적절한 도구를 개발할 수 있는 독보적 위치에 있다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"팀 규모는 서비스 성장에 비례하여 직접 확장해서는 안 된다" - 자동화와 도구 개발이 필수적이다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SRE 개발자는 자신의 제품의 소비자이자 개발자 역할을 동시에 수행하여 강한 소유 의식과 신뢰성을 확보한다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완벽을 추구하지 말고 출시 후 반복하라(Launch and iterate) - 특히 문제의 경계가 명확하지 않을 때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의도 기반(Intent-based) 접근은 구현이 아닌 요구사항을 명시하여 용량 계획의 유연성을 극대화한다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18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Auxon 사례 연구: SRE가 개발한 의도 기반 용량 계획 및 리소스 할당 솔루션으로, 수백만 달러 규모의 머신 리소스 계획에 사용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전통적 용량 계획의 문제: 본질적으로 취약(brittle), 노동 집약적이고 부정확, 스프레드시트의 확장성 한계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의도(Intent)의 추상화 단계: "50코어 X 클러스터" → "지역 내 3개 클러스터" → "N+2 이중화" → "5나인 신뢰성" - 더 높은 추상화가 더 큰 유연성 제공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의도의 3대 전제조건: 의존성(서비스 간 관계), 성능 메트릭(수요-자원 변환), 우선순위(트레이드오프)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Auxon 구성 요소: 성능 데이터, 수요 예측, 리소스 공급, 리소스 가격, 의도 설정, 구성 언어 엔진, 솔버, 할당 계획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"Stupid Solver" 접근: 완벽한 솔루션을 기다리지 않고 단순한 휴리스틱으로 시작하여 나중에 교체 - 솔버 인터페이스를 추상화하여 교체 용이하게 설계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18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불확실한 요구사항에 대한 대응: 소프트웨어를 범용적이고 모듈화되게 설계하여 변경 비용을 최소화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고객 확보: 기존 도구가 없는 팀을 먼저 타겟팅하고, 초기 성공 사례를 통해 내부 지지자를 확보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불가지론적(agnostic) 설계: "있는 그대로 오세요" - 특정 도구에 종속되지 않는 범용적 설계로 진입 장벽 최소화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100% 조직 채택을 성공으로 정의하지 않는다 - 장기 꼬리의 모든 서비스에 기능을 맞추는 것은 수확 체감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팀 구성: 제너럴리스트와 도메인 전문가를 결합하되, 전문가 투입 시기는 프로젝트가 성공적으로 궤도에 오른 후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SRE 소프트웨어 개발자는 SRE로서의 업무를 계속 수행해야 한다 - 프로덕션 세계와의 연결 유지가 핵심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Team size should not scale directly with service growth.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Don't focus on perfection and purity of solution, especially if the bounds of the problem aren't well known. Launch and iterate.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Specify the requirements, not the implementation.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2062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SRE 소프트웨어 엔지니어링  |  Auxon  |  의도 기반 용량 계획  |  빈 패킹  |  선형 프로그래밍  |  불가지론적 설계  |  출시 후 반복  |  내부 고객  |  제품 개발  |  도구 개발  |  용량 계획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Load Balancing at the 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대규모 시스템에서 모든 것을 한 바구니에 담는 것은 재앙의 레시피이다 - 단일 장애점 의존은 허용할 수 없다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최적의 부하 분산은 단일 답이 없다 - 계층 수준(글로벌 vs 로컬), 기술 수준(하드웨어 vs 소프트웨어), 트래픽 특성에 따라 달라진다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검색 요청은 지연시간 최적화를 위해 가장 가까운 데이터센터로, 비디오 업로드는 처리량 최적화를 위해 다른 경로로 라우팅한다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19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대규모 시스템에서 모든 것을 한 바구니에 담는 것은 재앙의 레시피이다 - 단일 장애점 의존은 허용할 수 없다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최적의 부하 분산은 단일 답이 없다 - 계층 수준(글로벌 vs 로컬), 기술 수준(하드웨어 vs 소프트웨어), 트래픽 특성에 따라 달라진다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검색 요청은 지연시간 최적화를 위해 가장 가까운 데이터센터로, 비디오 업로드는 처리량 최적화를 위해 다른 경로로 라우팅한다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DNS 로드 밸런싱은 사용자 연결 시작 전 부하를 분산하는 가장 단순하고 효과적인 방법이지만, 그것만으로는 충분하지 않다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빛의 속도는 광섬유 통신의 물리적 한계로 작용하여, 데이터 이동 거리가 서비스 속도의 상한을 결정한다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19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DNS 로드 밸런싱: 여러 A/AAAA 레코드를 반환하여 클라이언트가 IP를 선택하게 하는 가장 단순한 방법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DNS의 3대 제약: 재귀 해석기(사용자 IP 대신 해석기 IP), 비결정적 응답 경로, 추가 캐싱 복잡성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EDNS0 확장: 재귀 해석기가 클라이언트 서브넷 정보를 DNS 쿼리에 포함하여 사용자 관점에서 최적화된 응답 가능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DNS 해석기 뒤 사용자 기반의 크기와 지리적 분포를 추적하여 응답의 잠재적 영향을 추정한다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DNS TTL을 낮게 설정하여 변경 전파 속도의 하한선을 설정하지만, 모든 해석기가 TTL을 존중하지는 않는다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DNS 응답은 512바이트 제한(RFC 1035) 내에 맞아야 하므로 포함 가능한 주소 수가 서버 수보다 적다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19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VIP(Virtual IP Address) 로드 밸런싱: VIP는 특정 네트워크 인터페이스에 할당되지 않고 여러 장치에서 공유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연결 ID 기반 백엔드 선택: id(packet) mod N 방식은 백엔드 장애 시 거의 모든 연결이 재설정되는 문제 발생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일관된 해싱(Consistent Hashing): 백엔드 추가/제거 시에도 상대적으로 안정적인 매핑을 제공하여 기존 연결 교란 최소화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Direct Server Response(DSR): 데이터 링크 계층에서 MAC 주소만 변경하여 백엔드가 직접 응답 - 대부분의 HTTP 트래픽에서 큰 절감 효과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패킷 캡슐화(GRE): Google의 현재 VIP 솔루션으로, 백엔드와 로드 밸런서가 같은 브로드캐스트 도메인에 있을 필요 없이 대륙 간에도 작동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캡슐화의 대가: 24바이트(IPv4+GRE) 오버헤드로 MTU 초과 시 프래그멘테이션 발생 가능 - 데이터센터 내 더 큰 MTU로 완화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Putting all your eggs in one basket is a recipe for disaster.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Load balancing, especially for large systems, is anything but straightforward and static.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프론트엔드 로드 밸런싱  |  DNS 로드 밸런싱  |  VIP  |  일관된 해싱  |  Direct Server Response  |  패킷 캡슐화  |  GRE  |  EDNS0  |  네트워크 로드 밸런서  |  MTU  |  지연시간  |  처리량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Load Balancing in the Datacenter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이상적인 경우 모든 백엔드 태스크의 부하가 완벽히 균등 분산되어 가장 적게 사용하는 태스크와 가장 많이 사용하는 태스크의 CPU 소비가 동일하다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열악한 데이터센터 내 로드 밸런싱은 리소스 가용성을 인위적으로 제한한다 - 1,000 CPU를 예약해도 실제로 700 CPU만 사용 가능할 수 있다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분산된 의사결정 환경에서 클라이언트는 부분적이고/또는 오래된 백엔드 상태 정보만으로 실시간 결정을 내려야 한다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20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이상적인 경우 모든 백엔드 태스크의 부하가 완벽히 균등 분산되어 가장 적게 사용하는 태스크와 가장 많이 사용하는 태스크의 CPU 소비가 동일하다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열악한 데이터센터 내 로드 밸런싱은 리소스 가용성을 인위적으로 제한한다 - 1,000 CPU를 예약해도 실제로 700 CPU만 사용 가능할 수 있다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분산된 의사결정 환경에서 클라이언트는 부분적이고/또는 오래된 백엔드 상태 정보만으로 실시간 결정을 내려야 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랜덤 서브세팅은 부하를 매우 불균등하게 분산하므로, 결정론적 서브세팅이 Google의 해법이다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백엔드 제공 정보를 의사결정에 반영하는 가중치 라운드 로빈(Weighted Round Robin)이 가장 효과적인 정책이다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20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비정상 태스크 식별 - 흐름 제어: 클라이언트가 백엔드별 활성 요청 수를 추적하여 한계(보통 100)에 도달하면 전송 중단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Lame Duck 상태: 백엔드가 명시적으로 클라이언트에게 새 요청 중단을 요청하여 진행 중인 요청은 정상 완료하고 깔끔하게 종료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Lame Duck 전파: Google RPC에서 비활성 클라이언트도 주기적 UDP 헬스 체크를 보내므로 1-2 RTT 내에 모든 클라이언트에 전파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서브세팅: 각 클라이언트가 20-100개의 백엔드와 연결하여 메모리/CPU 오버헤드를 최소화하면서 충분한 부하 분산 확보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랜덤 서브세팅: 300 클라이언트, 300 백엔드, 30% 서브셋에서 최소 63%~최대 121% 부하 불균형 - 75% 이상 서브셋이 필요하여 비실용적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결정론적 서브세팅: 클라이언트를 "라운드"로 분할하고, 각 라운드 내에서 백엔드를 정확히 한 클라이언트에 할당 - 완벽한 균등 분배 달성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라운드별 다른 시드로 셔플: 백엔드 장애 시 해당 부하가 서브셋 내가 아닌 전체 백엔드에 분산되도록 보장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20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단순 라운드 로빈: 가장 간단하지만 최대 2배의 CPU 소비 차이 발생 - 소규모 서브셋, 쿼리 비용 변동, 머신 다양성, 예측 불가 성능 요인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최소 부하 라운드 로빈: 활성 요청이 가장 적은 백엔드에 요청 전송 - 하지만 비정상 태스크가 빠른 오류를 반환하면 트래픽을 "싱크홀"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싱크홀 방지: 최근 오류를 활성 요청처럼 카운트하여 비정상 태스크에서 부하를 전환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가중치 라운드 로빈: 각 백엔드가 응답에 현재 쿼리율, 오류율, 활용도를 포함하여 클라이언트가 능력 점수를 조정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GCU(Google Compute Units): 다양한 CPU 아키텍처의 성능을 정규화하는 가상 단위로 머신 다양성 문제 해결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태스크 재시작 시 Lame Duck 상태로 프리워밍(prewarming)하여 성능이 정상화될 때까지 사용자 트래픽 차단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Poor in-datacenter load balancing practices artificially limit resource availability.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If your load balancing policy can't adapt to unforeseen performance limitations, you will inherently end up with a suboptimal load distribution when working at scale.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데이터센터 로드 밸런싱  |  서브세팅  |  결정론적 서브세팅  |  랜덤 서브세팅  |  라운드 로빈  |  최소 부하  |  가중치 라운드 로빈  |  Lame Duck  |  흐름 제어  |  싱크홀  |  GCU  |  머신 다양성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Handling Overload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로드 밸런싱 정책이 아무리 효율적이어도 시스템의 일부는 결국 과부하 상태가 된다 - 우아한 과부하 처리가 신뢰성의 기본이다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"초당 쿼리 수(QPS)"로 용량을 모델링하는 것은 빈약한 메트릭이다 - 가용 리소스(CPU, 메모리)를 직접 측정하라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과부하된 백엔드는 모든 트래픽을 거부하는 것이 아니라, 용량이 허락하는 만큼 수락하고 나머지를 우아하게 거부해야 한다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21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로드 밸런싱 정책이 아무리 효율적이어도 시스템의 일부는 결국 과부하 상태가 된다 - 우아한 과부하 처리가 신뢰성의 기본이다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"초당 쿼리 수(QPS)"로 용량을 모델링하는 것은 빈약한 메트릭이다 - 가용 리소스(CPU, 메모리)를 직접 측정하라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과부하된 백엔드는 모든 트래픽을 거부하는 것이 아니라, 용량이 허락하는 만큼 수락하고 나머지를 우아하게 거부해야 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클라이언트 측 스로틀링이 없으면 요청 거부 자체의 리소스 소비로 인해 백엔드가 과부하될 수 있다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재시도는 직접 상위 레이어에서만 수행해야 한다 - 여러 레이어에서 재시도하면 조합적 폭발이 발생한다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21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CPU 소비를 리소스 프로비저닝의 주요 신호로 사용한다 - 가비지 컬렉션 플랫폼에서 메모리 압력이 CPU 소비로 자연 변환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고객별 할당량(Per-Customer Limits): 협상된 사용량에 기반하여 고객별 쿼터를 설정하고, 과부하 시 위반 고객만 오류를 받도록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적응형 스로틀링(Adaptive Throttling): 클라이언트가 최근 2분간의 요청(requests)과 수락(accepts)을 추적하여 requests가 K배(기본 2배) 이상이면 로컬 거부를 시작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K 승수 조정: 1.1로 줄이면 10건 수락당 1건만 거부되어 더 공격적으로 동작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임계도(Criticality) 4단계: CRITICAL_PLUS(최고), CRITICAL(기본 프로덕션), SHEDDABLE_PLUS(일부 불가용 허용), SHEDDABLE(빈번한 불가용 허용)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임계도를 RPC 시스템의 일급 개념으로 통합하여 전파하고, 브라우저/모바일 클라이언트에 최대한 가깝게 설정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21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활용도 신호: 실행기 부하 평균(executor load average)으로 프로세스 내 활성 스레드 수를 지수 감쇠로 평활화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요청당 재시도 예산: 최대 3회로 제한하여 데이터센터 전체 과부하 시 실패를 호출자에게 전달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클라이언트당 재시도 예산: 재시도 비율을 10% 이하로 유지하여 과부하 시 성장을 1.1배로 제한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재시도 횟수 히스토그램: 백엔드가 다른 태스크도 과부하인지 판단하여 "재시도 금지" 오류를 반환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연결 부하 관리: 대규모 배치 작업의 연결 폭주를 배치 프록시로 차단하여 실제 백엔드를 보호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저하된 응답(Degraded Response) 제공: 정확도를 낮추거나 데이터를 줄인 응답으로 극단적 과부하 시에도 서비스 유지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It's a common mistake to assume that an overloaded backend should turn down and stop accepting all traffic.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A well-behaved backend, supported by robust load balancing policies, should accept only the requests that it can process and reject the rest gracefully.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과부하 처리  |  적응형 스로틀링  |  임계도  |  고객별 쿼터  |  재시도 예산  |  클라이언트 측 스로틀링  |  활용도 신호  |  저하된 응답  |  배치 프록시  |  조합적 재시도 폭발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Addressing Cascading Failures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연쇄 장애는 양의 피드백(positive feedback)의 결과로 시간이 지남에 따라 성장하는 장애이다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대부분의 연쇄 장애는 서버 과부하에 직접적으로 기인하거나 그 변형이다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리소스 고갈은 서로를 먹여 살린다 - CPU 부족이 메모리 문제를, 메모리 문제가 GC 폭주를, GC가 다시 CPU 부족을 유발한다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22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연쇄 장애는 양의 피드백(positive feedback)의 결과로 시간이 지남에 따라 성장하는 장애이다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대부분의 연쇄 장애는 서버 과부하에 직접적으로 기인하거나 그 변형이다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리소스 고갈은 서로를 먹여 살린다 - CPU 부족이 메모리 문제를, 메모리 문제가 GC 폭주를, GC가 다시 CPU 부족을 유발한다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서비스가 11,000 QPS에서 연쇄 장애가 시작되면, 9,000 QPS로 줄여도 회복되지 않는다 - 1,000 QPS까지 내려야 안정화된다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실패하면 지수적으로 백오프하고, 항상 약간의 지터(jitter)를 추가하라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22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서버 과부하 방지 우선순위: (1) 용량 한계 부하 테스트 (2) 저하된 결과 제공 (3) 과부하 시 요청 거부 (4) 상위 시스템에서 요청 거부 (5) 용량 계획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리소스 고갈 유형: CPU(요청 지연, 큐 포화, 스레드 기아), 메모리(GC 죽음 나선, 태스크 사망, 캐시 적중률 저하), 스레드, 파일 디스크립터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큐 관리: 스레드 풀 대비 작은 큐 크기(50% 이하) 유지, FIFO 대신 LIFO 또는 CoDel 알고리즘 사용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부하 차단(Load Shedding): 과부하 접근 시 태스크별 CPU/메모리/큐 기반 스로틀링, HTTP 503 반환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우아한 저하(Graceful Degradation): 검색 시 전체 코퍼스 대신 인메모리 캐시만 검색, 덜 정확한 랭킹 알고리즘 사용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재시도 모범 사례: 항상 무작위 지수 백오프 사용, 요청당 재시도 제한, 서버 전체 재시도 예산 유지(분당 60회 등)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22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데드라인 전파: RPC 데드라인을 스택 전체에 전파하여 이미 만료된 요청에 대한 불필요한 작업 방지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느린 시작과 콜드 캐시: 재시작 직후 태스크는 캐시가 비어 있어 더 많은 리소스를 소비한다 - 트래픽을 점진적으로 증가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항상 충분한 용량 유지: N+2 프로비저닝으로 가장 큰 클러스터 장애와 유지보수를 동시에 처리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연쇄 장애 테스트: 프로덕션과 유사한 환경에서 과부하 조건을 테스트하여 실제 장애 모드를 파악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저하 모드 연습: 정기적으로 서버 일부를 과부하 근처에서 운영하여 저하 코드 경로를 검증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연쇄 장애 대응 체크리스트: 부하 증가 중지 → 비정상 태스크 처리 → 서버 재시작 → 저하 모드 활성화 → 리소스 추가 → 로그 확인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If at first you don't succeed, back off exponentially." - Dan Sandler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Why do people always forget that you need to add a little jitter?" - Ade Oshineye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연쇄 장애  |  서버 과부하  |  리소스 고갈  |  GC 죽음 나선  |  부하 차단  |  우아한 저하  |  재시도  |  지수 백오프  |  지터  |  데드라인 전파  |  큐 관리  |  CoDel  |  느린 시작  |  콜드 캐시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Managing Critical State: Distributed Consensus for Reliability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리더 선출, 중요 공유 상태, 분산 잠금이 필요할 때는 반드시 공식적으로 증명되고 철저히 테스트된 분산 합의 시스템을 사용하라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하트비트와 가십 프로토콜 같은 비공식적 접근은 실제 운영에서 항상 신뢰성 문제를 초래한다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CAP 정리: 네트워크 파티션은 불가피하므로, 일관성(Consistency)과 가용성(Availability) 사이의 트레이드오프를 이해해야 한다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23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리더 선출, 중요 공유 상태, 분산 잠금이 필요할 때는 반드시 공식적으로 증명되고 철저히 테스트된 분산 합의 시스템을 사용하라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하트비트와 가십 프로토콜 같은 비공식적 접근은 실제 운영에서 항상 신뢰성 문제를 초래한다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CAP 정리: 네트워크 파티션은 불가피하므로, 일관성(Consistency)과 가용성(Availability) 사이의 트레이드오프를 이해해야 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시스템 설계자는 신뢰성이나 성능을 위해 정확성을 희생할 수 없다 - 특히 핵심 상태에 대해서는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분산 합의 알고리즘이 "느리다"는 통념은 사실이 아니다 - Google의 핵심 시스템에서 실제로 매우 효과적으로 작동한다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23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분산 합의가 필요한 문제: 리더 선출, 그룹 멤버십, 분산 잠금/리스, 신뢰성 있는 큐/메시징, 일관된 공유 상태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Paxos 프로토콜: 다수결(majority)에 기반하여 합의를 달성 - 두 다수결은 최소 한 노드에서 겹치므로 두 다른 값이 동시에 커밋될 수 없다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복제 상태 머신(RSM): 합의 알고리즘 위에 구축된 시스템으로, 동일한 순서로 동일한 연산을 여러 프로세스에서 실행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사례 연구 1 - 스플릿 브레인: 단순 하트비트 타임아웃으로 리더 선출 시도 시 네트워크 장애로 양쪽이 모두 마스터를 주장하거나 둘 다 다운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사례 연구 2 - 수동 개입 필요: 자동 장애 조치가 인간 에스컬레이션에 의존하면 가용성이 저하되고 운영 부하가 증가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사례 연구 3 - 결함 있는 그룹 멤버십: 가십 프로토콜 기반 클러스터가 네트워크 파티션 시 양쪽에서 독립적으로 마스터를 선출하여 데이터 손상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23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합의 서비스: Zookeeper, Consul, etcd 등 - 라이브러리가 아닌 서비스로 제공하면 애플리케이션 유지보수자의 부담 경감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리더 선출 패턴: 단일 리더가 특정 작업을 수행하고, 리더 장애 시 합의 알고리즘으로 새 리더 선출 - GFS, Bigtable에서 사용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쿼럼 리스(Quorum Leases): 읽기 리스를 쿼럼에 부여하여 강한 일관성의 로컬 읽기를 가능하게 하되 쓰기 성능 일부 희생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Multi-Paxos: 강한 리더 프로세스를 사용하여 안정 상태에서 합의에 한 번의 왕복만 필요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결투 제안자(Dueling Proposers) 방지: 무작위성을 도입하고 적절한 타임아웃/백오프 전략 사용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ACID vs BASE: 결과적 일관성(eventual consistency)은 놀라운 결과를 초래할 수 있으며, 클록 드리프트와 네트워크 파티션에 취약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Ad hoc means of solving these sorts of problems will always have reliability problems in practice.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System designers cannot sacrifice correctness in order to achieve reliability or performance, particularly around critical state.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분산 합의  |  Paxos  |  Raft  |  CAP 정리  |  복제 상태 머신  |  리더 선출  |  스플릿 브레인  |  쿼럼 리스  |  Chubby  |  Zookeeper  |  ACID  |  BASE  |  결과적 일관성  |  Spanner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Distributed Periodic Scheduling with Cron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단일 머신 cron의 장애 도메인은 하나의 머신이다 - 데이터센터 규모에서는 이 접근이 수용 불가능하다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이중 실행보다 실행 누락을 선호한다 - 뉴스레터 이중 발송의 복구가 한 번 누락보다 훨씬 어렵거나 불가능하다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cron 같은 광범위한 영향을 미치는 기본 서비스는 최소한의 의존성을 가져야 한다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24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단일 머신 cron의 장애 도메인은 하나의 머신이다 - 데이터센터 규모에서는 이 접근이 수용 불가능하다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이중 실행보다 실행 누락을 선호한다 - 뉴스레터 이중 발송의 복구가 한 번 누락보다 훨씬 어렵거나 불가능하다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cron 같은 광범위한 영향을 미치는 기본 서비스는 최소한의 의존성을 가져야 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Paxos 분산 합의 알고리즘으로 여러 복제본의 상태 일관성을 보장하며, 다수가 가용하면 전체 시스템이 작동한다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상태 일관성의 정확도가 가장 중요하다 - 많은 cron 작업(급여 처리, 이메일 뉴스레터)은 멱등이 아니다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24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대규모 cron의 요구사항: 프로세스를 머신에서 분리, 분산 파일시스템에 상태 지속, 핫 스페어로 빠른 페일오버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Paxos 기반 복제: 리더만이 상태를 변경하고 cron 작업을 실행하며, Fast Paxos 리더와 cron 서비스 리더를 동일하게 사용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리더 역할: 스케줄된 시간에 도달하면 실행 시작을 Paxos를 통해 동기적으로 공지 → 실제 실행 → 완료를 동기적으로 공지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Paxos 통신의 동기성 필수: 비동기 시 리더 장애 후 팔로워가 이미 실행된 작업을 재실행할 위험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리더 장애 시: 1분 이내 빠른 페일오버, 새 리더가 미완료 실행(open launches)을 해결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부분 장애 해결 2가지 조건: (1) 외부 시스템 작업이 멱등이거나, (2) 작업 상태를 명확히 조회 가능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작업 이름에 예정 실행 시간을 포함하여 중복 실행을 방지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24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팔로워 역할: 리더로부터 Paxos를 통해 상태 변경을 수신하고, 즉시 인수할 수 있도록 대기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상태 저장: Paxos 로그는 로컬 디스크에, 스냅샷은 로컬 디스크 + 분산 파일시스템에 백업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분산 파일시스템에 로그를 저장하지 않는 의식적 결정: 빈번한 소규모 쓰기의 성능 페널티가 크고, 3개 복제본 동시 손실 위험은 수용 가능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새 복제본은 이미 실행 중인 복제본에서 네트워크를 통해 상태를 가져와 빠르게 시작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선더링 허드(Thundering Herd) 방지: crontab에 물음표(?) 와일드카드를 도입하여 시스템이 실행 시간을 분산 - 작업 설정의 해시로 시간 범위에 균등 분배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데이터센터 내 배포 시 전력 분배 장치 장애가 전체 cron 서비스를 무력화하지 않도록 복제본을 다양한 위치에 배치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We favor skipping launches rather than risking double launches, as much as the infrastructure allows.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Not performing this task synchronously could mean that the entire cron job launch happens on the leader without informing the follower replicas.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분산 cron  |  Paxos  |  리더-팔로워  |  페일오버  |  멱등성  |  부분 장애  |  선더링 허드  |  상태 일관성  |  스냅샷  |  Borg  |  주기적 스케줄링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Data Processing Pipelines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주기적 파이프라인은 처음에는 안정적이지만, 유기적 성장과 변화가 불가피하게 시스템에 스트레스를 가한다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데이터 처리 문제가 연속적이거나 연속적으로 성장할 것이라면, 주기적 파이프라인 대신 Workflow 같은 연속 처리 기술을 사용하라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빅데이터의 핵심 돌파구인 "부끄러울 정도로 병렬적" 알고리즘도 불균등한 청크(hanging chunk) 문제에 취약하다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25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주기적 파이프라인은 처음에는 안정적이지만, 유기적 성장과 변화가 불가피하게 시스템에 스트레스를 가한다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데이터 처리 문제가 연속적이거나 연속적으로 성장할 것이라면, 주기적 파이프라인 대신 Workflow 같은 연속 처리 기술을 사용하라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빅데이터의 핵심 돌파구인 "부끄러울 정도로 병렬적" 알고리즘도 불균등한 청크(hanging chunk) 문제에 취약하다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파이프라인 깊이(depth)는 체인된 프로그램 수를 측정하며, 깊은 파이프라인은 수십에서 수백 프로그램에 달할 수 있다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25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주기적 파이프라인의 문제점: 데드라인 초과, 리소스 고갈, 행잉 청크, 운영 부하 증가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불균등 작업 분배: 고객별 파티셔닝 시 일부 청크가 훨씬 커서 전체 파이프라인 완료가 최악의 청크에 종속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행잉 청크 대응의 함정: 작업을 즉시 죽이고 재시작하면 체크포인팅 없이 모든 청크의 작업이 처음부터 재시작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분산 환경의 한계: 배치 작업은 낮은 우선순위로 실행되어 선점(preemption) 위험, 실행 간격 축소 시 겹침 발생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모아레 부하 패턴(Moire Load Pattern): 두 개 이상의 파이프라인이 동시에 실행되어 공유 리소스를 동시 소비하는 패턴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선더링 허드: 수천 워커가 동시에 시작되어 서버, 클러스터 서비스, 네트워크를 압도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25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모니터링 한계: 주기적 파이프라인은 보통 완료 시에만 메트릭을 보고하여 실행 중 장애 대응이 어려움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Google Workflow: 2003년 개발된 리더-팔로워 패턴 기반 연속 처리 시스템으로, 정확히 한 번(exactly-once) 의미론 보장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Workflow의 MVC 패턴: Model(Task Master - 모든 작업 상태를 메모리에 유지), View(워커 - 완전 무상태), Controller(스케일링, 스냅샷, 롤백 등)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4중 정확성 보장: (1) 설정 태스크 기반 작업 장벽 (2) 유효한 리스를 가진 워커만 커밋 가능 (3) 출력 파일 이름 고유성 (4) 서버 토큰으로 Task Master 검증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비즈니스 연속성: Spanner에 저널을 저장하고, Chubby로 쓰기 권한 선출, 글로벌 참조 태스크로 페일오버 자동화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파이프라인 설계 시 초기에 확인할 사항: 예상 성장 궤적, 설계 변경 수요, 추가 리소스, 지연시간 요구사항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If a data processing problem is continuous or will organically grow to become continuous, don't use a periodic pipeline.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Nothing is harder on cluster infrastructure and the SREs responsible for a cluster's various services than a buggy 10,000 worker pipeline job.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데이터 처리 파이프라인  |  주기적 파이프라인  |  연속 파이프라인  |  Workflow  |  Task Master  |  정확히 한 번  |  모아레 부하 패턴  |  선더링 허드  |  행잉 청크  |  MVC 패턴  |  Spanner  |  Chubby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Data Integrity: What You Read Is What You Wrote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데이터 무결성은 사용자가 생각하는 것이다 - 실제 데이터 손실이 없더라도 빈 메일함이 너무 오래 표시되면 사용자는 데이터가 손실되었다고 판단한다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데이터 무결성 없는 데이터 가용성은 의미가 없고, 데이터 가용성 없는 데이터 무결성도 사용자에게는 데이터가 없는 것과 같다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99.99% 가동시간은 연간 1시간의 다운타임만 허용하지만, 99.99%의 데이터 정확도는 2GB 중 200KB 손상을 의미하며 이는 대부분의 경우 치명적이다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26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데이터 무결성은 사용자가 생각하는 것이다 - 실제 데이터 손실이 없더라도 빈 메일함이 너무 오래 표시되면 사용자는 데이터가 손실되었다고 판단한다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데이터 무결성 없는 데이터 가용성은 의미가 없고, 데이터 가용성 없는 데이터 무결성도 사용자에게는 데이터가 없는 것과 같다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99.99% 가동시간은 연간 1시간의 다운타임만 허용하지만, 99.99%의 데이터 정확도는 2GB 중 200KB 손상을 의미하며 이는 대부분의 경우 치명적이다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뛰어난 데이터 무결성의 비결은 사전 감지(proactive detection)와 신속한 복구(rapid repair and recovery)이다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복제와 중복은 복구 가능성이 아니다 - 자동 동기화되는 복제본은 손상된 데이터도 모든 복사본에 전파한다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"아무것이나 잘못될 수 있다"가 아니라 "모든 것이 잘못될 것이다"를 인식하는 것이 진정한 준비의 시작이다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26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백업이 아닌 복구에 집중하라: 아무도 백업을 원하지 않는다 - 사람들이 진정 원하는 것은 복원이다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백업과 아카이브의 구분: 백업은 애플리케이션에 다시 로드할 수 있지만 아카이브는 불가능하다 - 용도가 완전히 다르다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데이터 무결성 실패의 24가지 조합: 근본 원인(6가지) x 범위(광범위/좁은) x 속도(빅뱅/점진적)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Google의 조사에서 가장 흔한 사용자 가시적 데이터 손실 시나리오는 소프트웨어 버그로 인한 데이터 삭제 또는 참조 무결성 손실이었다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심층 방어(Defense in Depth) 3계층: (1) 소프트 삭제 (2) 백업 및 복구 (3) 조기 감지(대역 외 데이터 검증)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제1 계층 - 소프트 삭제: 삭제된 데이터를 즉시 사용 불가로 표시하되 15~60일간 보존, 개발자 오류와 사용자 오류 모두에 대한 1차 방어선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지연 삭제(Lazy Deletion): 클라우드 API 수준에서 삭제 후에도 데이터를 수주간 보존하는 추가 보호 계층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제2 계층 - 계층화된 백업 전략: 빠른 복원용 로컬 스냅샷(시간~일) → 분산 파일시스템 백업(일~주) → 오프라인 테이프(주~월)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26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제3 계층 - 대역 외 데이터 검증(Out-of-band Validation): MapReduce/Hadoop 파이프라인으로 데이터스토어 내부 및 간 불변량을 지속적으로 검증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Gmail 사례: 다수의 데이터 검증기가 실제 프로덕션 데이터 무결성 문제를 감지했으며, 개발자들은 24시간 이내 감지를 확신하고 주 1회 이상 코드 변경을 배포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Google Drive 사례: 파일 내용과 폴더 목록 간의 정합성을 주기적으로 검증하여 2013년 잠재적 긴급 상황을 일상적인 작업으로 전환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복구 프로세스를 정기적으로 테스트하라: 테스트하지 않은 복구 프로세스는 필요할 때 실패한다 - 실제로 복구해야만 복구 가능함을 확인할 수 있다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Gmail 2011년 사례: GTape 오프라인 백업 시스템으로 대규모 데이터 복구 - 정기 리허설과 DiRT 연습 덕분에 성공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Google Music 2012년 사례: 리팩토링된 삭제 파이프라인의 경쟁 조건으로 60만 개 오디오 트랙 삭제, 5,000개 이상의 테이프에서 1.5PB 복구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1T 대 1E: 테라바이트에 적용되는 프로세스는 엑사바이트 규모에서 작동하지 않는다 - 신뢰 지점(trust points)과 병렬 분산을 활용해야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SRE의 데이터 무결성 원칙: 초심자의 마음(Beginner's Mind), 신뢰하되 검증(Trust but Verify), 희망은 전략이 아니다, 심층 방어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No one really wants to make backups; what people really want are restores.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Recognizing that not just anything can go wrong, but that everything will go wrong is a significant step toward preparation for any real emergency.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You only know that you can recover your recent state if you actually do so.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2062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데이터 무결성  |  데이터 가용성  |  소프트 삭제  |  지연 삭제  |  심층 방어  |  대역 외 데이터 검증  |  계층화된 백업  |  테이프 백업  |  GTape  |  DiRT  |  경쟁 조건  |  포인트 인 타임 복구  |  ACID  |  BASE  |  복구 테스트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Reliable Product Launches at Scale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출시(launch)는 모든 기업의 결정적 순간이다 - 인터넷 기업은 서버 측 배포로 전통 기업보다 훨씬 빠르게 반복할 수 있다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Google은 주당 최대 70건의 출시를 수행하며, 이 빈도가 체계적인 출시 프로세스의 근거이자 기회를 제공한다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좋은 출시 프로세스는 가벼우면서도 견고하고, 철저하면서도 확장 가능하며, 적응력이 있어야 한다 - 이 상충하는 기준의 균형이 핵심이다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27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출시(launch)는 모든 기업의 결정적 순간이다 - 인터넷 기업은 서버 측 배포로 전통 기업보다 훨씬 빠르게 반복할 수 있다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Google은 주당 최대 70건의 출시를 수행하며, 이 빈도가 체계적인 출시 프로세스의 근거이자 기회를 제공한다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좋은 출시 프로세스는 가벼우면서도 견고하고, 철저하면서도 확장 가능하며, 적응력이 있어야 한다 - 이 상충하는 기준의 균형이 핵심이다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엔지니어들은 너무 부담스럽거나 가치가 불충분하다고 느끼는 프로세스를 회피한다 - 출시 경험을 지속적으로 최적화해야 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LCE는 SRE 역할이므로 신뢰성을 다른 관심사보다 우선시하도록 인센티브가 설계되었다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27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Launch Coordination Engineering(LCE): 출시의 기술적 측면을 전담하는 SRE 내 컨설팅 팀으로, 신뢰성 표준 감사, 팀 간 연락, 기술적 게이트키핑 수행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LCE의 장점: (1) 모든 제품 영역에 걸친 폭넓은 경험 (2) 크로스 펑셔널 관점 (3) 비당파적 중재자로서의 객관성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출시 체크리스트: 항공 프리플라이트 체크리스트처럼 재현 가능한 신뢰성을 보장하는 도구 - 모든 질문은 이전 출시 재해로 뒷받침되어야 함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체크리스트 영역: 아키텍처/의존성, 통합, 용량 계획, 장애 모드, 클라이언트 행동, 프로세스/자동화, 개발 프로세스, 외부 의존성, 롤아웃 계획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공통 인프라 수렴: 체크리스트를 활용해 속도 제한, 사용자 쿼터 등 공통 인프라 사용을 유도하여 중복 구현 방지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점진적/단계적 롤아웃: 거의 모든 Google 업데이트는 정의된 프로세스에 따라 검증 단계를 사이에 두고 점진적으로 진행 - 카나리 서버가 위험 감지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27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기능 플래그 프레임워크: 0%에서 100%까지 점진적 롤아웃, 개별 변경 즉시 롤백 가능, 사용자 경험 개선 측정 - UI용과 서버/비즈니스 로직용 두 가지 분류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악용적 클라이언트 행동 방지: 자동 요청에 무작위 지연/지터 추가, 지수적 백오프, 서버 측 클라이언트 구성으로 원격 제어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과부하 테스트: 부하 테스트는 대부분의 출시에 필수 - 서비스의 과부하 반응을 원리에서 예측하기 매우 어렵다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NORAD Tracks Santa 사례: 하드 데드라인(크리스마스 이브), 대규모 홍보, 급격한 트래픽 증가 - 킬 스위치를 "Make-children-cry switches"로 명명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LCE가 해결하지 못한 문제: 확장성 변경(2자릿수 이상 성장 시 재설계 필요), 증가하는 운영 부하, 인프라 변동(churn)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인프라 변동 완화: 하위 호환되지 않는 기능을 릴리스하기 전에 클라이언트 마이그레이션 자동화 도구를 함께 제공하도록 정책 수립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Never underestimate the power of millions of kids anxious for presents—this project had a very real possibility of bringing Google's servers to their knees.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Engineers are likely to sidestep processes that they consider too burdensome or as adding insufficient value.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출시 조정  |  LCE  |  출시 체크리스트  |  점진적 롤아웃  |  카나리 테스트  |  기능 플래그  |  과부하 테스트  |  클라이언트 행동  |  인프라 수렴  |  킬 스위치  |  초대 시스템  |  용량 계획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3: 실무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D3530"/>
                </a:solidFill>
                <a:latin typeface="NanumMyeongjo"/>
              </a:defRPr>
            </a:pPr>
            <a:r>
              <a:t>End of Part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A7A6A"/>
                </a:solidFill>
                <a:latin typeface="Malgun Gothic"/>
              </a:defRPr>
            </a:pPr>
            <a:r>
              <a:t>실무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
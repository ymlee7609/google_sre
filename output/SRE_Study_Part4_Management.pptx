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>
                <a:solidFill>
                  <a:srgbClr val="3D3530"/>
                </a:solidFill>
                <a:latin typeface="NanumMyeongjo"/>
              </a:defRPr>
            </a:pPr>
            <a:r>
              <a:t>Site Reliability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7A6A"/>
                </a:solidFill>
                <a:latin typeface="Malgun Gothic"/>
              </a:defRPr>
            </a:pPr>
            <a:r>
              <a:t>학습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Part 4: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D3530"/>
                </a:solidFill>
                <a:latin typeface="NanumMyeongjo"/>
              </a:defRPr>
            </a:pPr>
            <a:r>
              <a:t>Part 4: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28  —  Accelerating SREs to On-Call and Beyond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29  —  Dealing with Interrupts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30  —  Embedding an SRE to Recover from Operational Overload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31  —  Communication and Collaboration in SRE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32  —  The Evolving SRE Engagement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Accelerating SREs to On-Call and Beyond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성공적인 SRE 팀은 신뢰 위에 구축된다 - 동료 온콜 담당자가 시스템을 이해하고, 비정상 동작을 진단하며, 도움을 요청할 수 있고, 압박 하에 대응할 수 있음을 신뢰해야 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"불 속에 던지기(trial by fire)" 방식의 온보딩은 일부 엔지니어만 살아남게 하고 나머지를 소외시킨다 - SRE 훈련은 단순히 하는 것이 아닌 추론을 통해 이루어져야 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SRE는 강한 역공학 능력, 통계적 사고력, 즉흥 대처 능력의 세 가지 속성을 갖추어야 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성공적인 SRE 팀은 신뢰 위에 구축된다 - 동료 온콜 담당자가 시스템을 이해하고, 비정상 동작을 진단하며, 도움을 요청할 수 있고, 압박 하에 대응할 수 있음을 신뢰해야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"불 속에 던지기(trial by fire)" 방식의 온보딩은 일부 엔지니어만 살아남게 하고 나머지를 소외시킨다 - SRE 훈련은 단순히 하는 것이 아닌 추론을 통해 이루어져야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SRE는 강한 역공학 능력, 통계적 사고력, 즉흥 대처 능력의 세 가지 속성을 갖추어야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온콜은 새 SRE 경력의 이정표이며, 그 이후의 학습은 더 모호하고 자기 주도적이 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SRE는 기계보다 빠르게 인력을 확장해야 한다 - 학습과 교육의 문화를 만드는 것이 필수적이다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추천 훈련 패턴: 구체적이고 순차적인 학습 경험 설계, 역공학 장려, 장애 분석 축하, 실제 모니터링/도구로 현실적 장애 제공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안티패턴: 단순 작업(알림/티켓)으로 훈련, 체크리스트/플레이북만으로 훈련, 장애를 비밀로 취급, 전문가의 지식 고립화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학습 체크리스트: 기술과 개념에 대한 체계적 읽기 및 이해 목록 - 전문가 연락처, 핵심 문서, 기본 지식, 탐구 질문으로 구성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학습 경로 설계: 쿼리 진입 → 프론트엔드 서빙 → 중간 계층 → 인프라 → 종합(디버깅, 에스컬레이션) 순서로 구성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파워업(Powerups): 학습 체크리스트 섹션 완료 시 점진적으로 시스템 접근 권한을 부여하는 계층적 접근 모델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프로젝트 작업: 사소하지만 의미 있는 소유권 부여 - 서빙 스택의 사소한 기능 변경, 모니터링 블라인드 스팟 추가, 아직 충분히 고통스럽지 않은 자동화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역공학 수업: "Google News 팀이 버뮤다 삼각지대로 갔다" 시나리오 - 학생들이 도움 없이 프로덕션 서비스를 처음부터 역공학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28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Wheel of Misfortune(불운의 바퀴): 주간 재난 역할극 - 게임 마스터가 시나리오를 준비하고, 선택된 온콜 담당자가 대응을 연습, 모든 경험 수준의 팀원이 함께 학습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실제 시스템 파괴 및 복구: 실제 트래픽에서 분리된 프로덕션 인스턴스에서 합성 부하로 현실적 장애를 생성하고 복구 연습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"검색 클러스터를 태워버리자!" 연습: 알려진 정상 구성에서 시작하여 선택된 병목 지점을 점진적으로 손상시키며 모니터링 관찰 - 분기별 수행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섀도 온콜: 학습 체크리스트 완료 후 업무 시간 중 수신 페이지를 복사하여 시간 압박 없이 장애 전면석 관람 - 여러 팀원과 섀도잉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역섀도: 경험 많은 온콜러가 신입의 기본 온콜을 배후에서 관찰하며 필요 시 지원, 검증, 힌트 제공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문서화를 도제 관계로: 신입 SRE에게 가장 오래된 학습 체크리스트 섹션의 개편을 맡겨 주제 전문가와 조기 연결을 촉진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포스트모템: 신입을 장애 포스트모템의 공저자로 포함하되, 절대로 신입에게만 작성을 떠넘기지 말라 - 포스트모템이 하찮은 업무라는 인상을 만들 수 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We're throwing you in the deep end of the pool here." (이것이 안티패턴의 전형)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As SRE, you have to scale your humans faster than you scale your machines.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SRE 온보딩  |  온콜 학습 체크리스트  |  Wheel of Misfortune  |  역공학  |  섀도 온콜  |  파워업  |  재난 역할극  |  포스트모템 읽기 클럽  |  통계적 사고  |  즉흥 대처  |  계속 교육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Dealing with Interrupts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운영 부하는 페이지, 티켓, 지속적 운영 책임의 세 가지 범주로 나뉜다 - 각각 응답 시간 SLO가 분/시간/주 단위로 다르다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인간은 불완전한 기계이다 - 컨텍스트 스위칭이 무비용인 인터럽트 가능한 작업 단위로 취급하면 행복과 생산성이 모두 저하된다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인터럽트에 전념하고 있을 때, 인터럽트는 더 이상 인터럽트가 아니다 - 프로젝트가 오히려 산만함이 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운영 부하는 페이지, 티켓, 지속적 운영 책임의 세 가지 범주로 나뉜다 - 각각 응답 시간 SLO가 분/시간/주 단위로 다르다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인간은 불완전한 기계이다 - 컨텍스트 스위칭이 무비용인 인터럽트 가능한 작업 단위로 취급하면 행복과 생산성이 모두 저하된다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인터럽트에 전념하고 있을 때, 인터럽트는 더 이상 인터럽트가 아니다 - 프로젝트가 오히려 산만함이 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시간을 양극화(polarize)하라 - 프로젝트 작업 또는 인터럽트 작업, 둘 중 하나에만 집중하라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20분의 중단은 두 번의 컨텍스트 스위치를 수반하며 현실적으로 수 시간의 생산적 작업 손실을 초래한다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인지적 몰입 상태(Cognitive Flow State): 명확한 목표, 즉각적 피드백, 통제감이 있을 때 달성 - 창의적 결과와 양적으로 좋은 성과를 낳는다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인터럽트 관리 메트릭: 인터럽트 SLO, 대기열 크기, 심각도, 빈도, 처리 가능 인원 수 - 인적 비용도 반드시 고려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엔지니어: 온콜 주간에는 프로젝트 작업을 완전히 포기해야 한다 - 온콜 중에 프로젝트 진행도 기대해서는 안 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티켓 관리: 티켓을 팀원에게 무작위로 배정하는 것을 중단하라 - 이는 팀 시간에 대한 극도의 비존중이다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전담 티켓 역할: 티켓 처리를 전담 역할로 만들어 관리 가능한 기간 동안 운영, 부하 초과 시 2인으로 확장하되 전체 팀에 분산하지 말라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지속적 운영 책임: 푸시 관리자(push manager) 역할을 정의하여 온콜/인터럽트 기간 동안 담당하고, 인계 프로세스를 공식화하라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29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인터럽트 상태 이분법: 인터럽트를 하거나 하지 않거나 - 온콜이 아닌 사람이 "바쁘게 보이기 위해" 티켓을 처리하면 티켓 부하 추정이 왜곡된다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티켓 분석: 인계 시 근본 원인을 실제로 조사하라 - 대부분의 팀이 온콜 인계는 하지만 티켓 인계는 하지 않아 같은 문제가 반복된다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정기적 티켓/페이지 정리: 인터럽트 클래스를 조사하여 근본 원인 식별 후, 근본 원인이 수정될 때까지 해당 인터럽트를 침묵시켜 핸들러에게 안도를 제공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자기 존중과 고객 존중의 균형: 정책을 도구로 활용하여 고객에게 노력의 일부를 되돌려 놓을 수 있다 - 정책은 코드만큼 강력한 도구이다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불필요한 지원 구성요소: 수정 자원을 얻지 못하는 취약한 도구는 페이저를 반납하거나 사용 중단을 고려하라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When you're doing interrupts, your projects are a distraction.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 person should never be expected to be on-call and also make progress on projects.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인터럽트 관리  |  인지적 몰입 상태  |  컨텍스트 스위칭  |  시간 양극화  |  페이지  |  티켓  |  운영 부하  |  전담 역할  |  티켓 분석  |  인계 프로세스  |  산만함  |  정책 도구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Embedding an SRE to Recover from Operational Overload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 팀은 프로젝트와 반응적 운영 작업 사이에 시간을 균등하게 분배하는 것이 표준이지만, 티켓 급증으로 몇 달간 균형이 깨질 수 있다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과도한 운영 작업은 번아웃을 유발하고 프로젝트 작업을 불가능하게 만들어 확장성과 신뢰성이 저하된다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더 많은 티켓이 더 많은 SRE를 필요로 해서는 안 된다 - SRE 모델의 목표는 시스템의 복잡성이 증가할 때만 인원을 추가하는 것이다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 팀은 프로젝트와 반응적 운영 작업 사이에 시간을 균등하게 분배하는 것이 표준이지만, 티켓 급증으로 몇 달간 균형이 깨질 수 있다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과도한 운영 작업은 번아웃을 유발하고 프로젝트 작업을 불가능하게 만들어 확장성과 신뢰성이 저하된다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더 많은 티켓이 더 많은 SRE를 필요로 해서는 안 된다 - SRE 모델의 목표는 시스템의 복잡성이 증가할 때만 인원을 추가하는 것이다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SLO는 아마도 팀을 반응적 운영 작업에서 건강한 장기 SRE 초점으로 전환하는 가장 중요한 단일 레버이다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자신이 직접 문제를 고치려는 충동을 억제하라 - "변경은 다른 사람의 일"이라는 인식을 강화하기 때문이다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임베디드 SRE 접근법: 과부하된 팀에 SRE 1명을 임시 전입시켜 티켓 대기열을 비우는 대신 팀의 프랙티스를 개선하는 데 집중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2명 이상의 SRE를 파견하면 오히려 팀이 방어적으로 반응할 수 있어 역효과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Phase 1 - 서비스 학습 및 맥락 파악: 온콜 세션을 섀도잉하여 규모의 영향을 평가하고, 가장 큰 스트레스 원인을 우선순위화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옵스 모드(Ops Mode) 대 비선형 스케일링: 옵스 모드는 서비스 성장에 따라 관리자를 늘리는 방식, SRE는 서비스 부하의 함수로 인원이 증가하지 않도록 소프트웨어를 작성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잠재적 위험(Kindling) 식별: 지식 격차, 조용히 중요해지는 SRE 개발 서비스, "다음 큰 것"에 대한 과도한 의존, 진단되지 않는 일반 알림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SLI/SLO/SLA 없이 불만 대상인 서비스, "서버를 더 추가하라"가 용량 계획인 서비스, 롤백만 액션 아이템인 포스트모템 등이 위험 신호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Phase 2 - 맥락 공유: 다음 포스트모템의 소유권을 직접 맡아 훌륭한 비난 없는 포스트모템을 시범으로 작성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30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Bad Apple Theory 반박: "나쁜 사과를 제거하면 시스템이 괜찮다"는 이론은 증명적으로 거짓 - 실수는 미묘한 상호작용이 있는 모든 시스템에서 불가피하다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화재를 토일(toil)과 비토일(not-toil)로 분류하여 팀에 명확히 설명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Phase 3 - 변화 주도: SLO가 없으면 다른 어떤 조언도 도움이 되지 않는다 - 기술 리드와 관리자를 한 방에 모아 SLO 협상부터 시작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문제를 직접 고치지 말고 팀원에게 작업을 맡기되 포스트모템과 연결하여 영구적 해결 방법을 명확히 설명하고 코드 리뷰어 역할을 수행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결정에 대해 이유를 설명하라 - 설명하지 않으면 팀이 같은 부실한 추론을 모방할 위험이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유도 질문(Leading Questions): "TaskFailures 알림이 자주 발생하지만 온콜이 대응하지 않습니다. SLO에 어떤 영향을 미칩니까?" 형태로 질문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최종 산출물: 사후 행동 보고서(after-action report) 작성 후 몇 달간 설계 및 코드 리뷰에 참여하며 팀의 점진적 개선을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Focus on creating (or restoring) the right initial conditions and teaching the small set of principles needed to make healthy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After you leave, the team should be able to predict what your comment on a design or changelist would be.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임베디드 SRE  |  운영 과부하  |  옵스 모드  |  비선형 스케일링  |  SLO  |  포스트모템  |  Bad Apple Theory  |  토일  |  잠재적 위험  |  유도 질문  |  변화 주도  |  사후 행동 보고서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Communication and Collaboration in SRE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SRE는 명령 통제 조직이 아니다 - 서비스 팀과 SRE 전체라는 최소 두 주인에게 충성하며, 서비스 관계가 매우 강하지만 보고 라인은 SRE 전체를 통한다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데이터가 프로덕션 주위를 흐르듯이, SRE 팀 주위로도 프로젝트, 서비스 상태, 프로덕션, 개인 상태에 대한 데이터가 신뢰성 있게 흘러야 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 팀이 제시하는 인터페이스는 API와 같다 - 좋은 설계가 효과적 운영에 필수적이며, 잘못된 API는 나중에 고치기 고통스럽다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SRE는 명령 통제 조직이 아니다 - 서비스 팀과 SRE 전체라는 최소 두 주인에게 충성하며, 서비스 관계가 매우 강하지만 보고 라인은 SRE 전체를 통한다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데이터가 프로덕션 주위를 흐르듯이, SRE 팀 주위로도 프로젝트, 서비스 상태, 프로덕션, 개인 상태에 대한 데이터가 신뢰성 있게 흘러야 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 팀이 제시하는 인터페이스는 API와 같다 - 좋은 설계가 효과적 운영에 필수적이며, 잘못된 API는 나중에 고치기 고통스럽다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최고의 설계와 구현은 프로덕션과 제품의 공동 관심사가 상호 존중의 분위기에서 만날 때 탄생한다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싱글톤 프로젝트는 특히 재능이 뛰어나거나 문제가 단순하지 않은 한 실패한다 - 의미 있는 성과를 위해서는 다수의 인원과 협업 능력이 필요하다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프로덕션 미팅: SRE 팀이 담당 서비스의 상태를 명확히 표현하는 주간 회의 - 서비스 지향적이며 개인 업무 보고가 아님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프로덕션 미팅의 목표: (1) 모두가 동일한 인식을 가지고 회의를 떠남 (2) 프로덕션의 지혜를 서비스에 적용하여 개선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프로덕션 미팅 의제: 예정된 변경, 메트릭, 장애, 페이징 이벤트, 비페이징 이벤트, 이전 액션 아이템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미팅 의장 순환: 모든 팀원에게 서비스의 소유감을 부여하고, 인시던트 조율 상황에서 유용한 의장 능력을 키움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비디오 미팅 팁: 두 사이트의 팀 크기가 다를 때 의장을 작은 쪽에 배치하면 큰 쪽이 자연스럽게 조용해짐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 Docs 실시간 협업: 의제를 병렬로 미리 작성하고 바텀업 아이디어를 사전에 추가하여 효율성과 포용성 향상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팀 구성: 다양성이 높을수록 팀 성과가 향상된다는 많은 증거가 있음 - TL, SRM, PM/TPM 역할의 유동적 또는 명확한 분리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크로스 사이트 협업: 물리적 거리는 훌륭한 서면 커뮤니케이션 또는 대면 출장으로 보완 - 시간이 지나면 이메일 주소에 불과해진다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Viceroy 사례 연구: 모니터링 대시보드 프레임워크의 중복 개발 문제를 여러 팀이 힘을 합쳐 단일 솔루션으로 해결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Viceroy 교훈: (1) 기여자가 실제로 헌신하는지 확인 (2) 분할 정복으로 통신 비용 절감 (3) 리더가 장기 비전 제공 (4) 합의된 의사결정 방식 수립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Conway의 법칙: 크로스 사이트 프로젝트에서 소프트웨어 구조가 조직 구조에 왜곡되지 않도록 주의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외부 협업: 설계 단계 초기에 SRE 참여가 가장 효과적 - 코드가 커밋되기 전에 시작하는 것이 이상적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DFP-F1 마이그레이션 사례: SRE가 인프라 설계를 주도하고 제품 팀이 비즈니스 로직을 독립적으로 개발 - 초기 인터페이스 정의로 병렬 작업 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대면 미팅의 대체 불가성: 궁극적으로 대면 상호작용을 대체할 수 없으며, 팀 서밋을 중립 장소에서 개최하면 홈 어드밴티지를 방지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best designs and the best implementations result from the joint concerns of production and the product being met in an atmosphere of mutual respect.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Even if you're a great writer, over time you decay into just being an email address until you turn up in the flesh again.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프로덕션 미팅  |  SRE 커뮤니케이션  |  크로스 사이트 협업  |  Viceroy  |  Conway의 법칙  |  팀 다양성  |  API 메타포  |  의장 순환  |  OKR  |  DFP-F1 마이그레이션  |  실시간 협업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The Evolving SRE Engagement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소프트웨어 엔지니어링에서 버그를 일찍 발견할수록 수정 비용이 낮은 것처럼, SRE 상담이 빨리 이루어질수록 서비스가 더 좋아진다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최적의 접근은 개별 맞춤 시스템이 SRE의 문 앞에 "도착"하는 과정을 단축하고, SRE가 검증한 인프라 플랫폼을 제공하는 것이다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 참여 모델은 단순 PRR에서 조기 참여, 그리고 프레임워크/플랫폼으로 진화했으며, 세 모델 모두 현재 Google에서 실행 중이다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소프트웨어 엔지니어링에서 버그를 일찍 발견할수록 수정 비용이 낮은 것처럼, SRE 상담이 빨리 이루어질수록 서비스가 더 좋아진다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최적의 접근은 개별 맞춤 시스템이 SRE의 문 앞에 "도착"하는 과정을 단축하고, SRE가 검증한 인프라 플랫폼을 제공하는 것이다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 참여 모델은 단순 PRR에서 조기 참여, 그리고 프레임워크/플랫폼으로 진화했으며, 세 모델 모두 현재 Google에서 실행 중이다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프레임워크는 제품 개발팀이 애플리케이션 레이어의 혁신에 집중하게 하면서 인프라의 신뢰성과 확장성을 보장한다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모든 서비스가 전면적 SRE 지원을 받을 필요는 없다 - 신뢰성 있고 유지보수가 적은 서비스는 개발팀에 남는 것이 긍정적 결과이다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참여의 프로덕션 관심 영역: 시스템 아키텍처, 계측/모니터링, 비상 대응, 용량 계획, 변경 관리, 성능(가용성/지연/효율성)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대안적 지원: 전면 SRE 참여가 불가능할 때 문서화(프로덕션 가이드)와 컨설팅(LCE 팀)으로 개선 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Simple PRR Model: 이미 출시된 서비스 대상 - 참여(Engagement) → 분석(Analysis) → 개선/리팩토링 → 훈련(Training) → 온보딩 → 지속적 개선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PRR 분석 단계: SRE가 서비스를 학습하고 프로덕션 결함을 점검하는 체크리스트 기반 검토 - 도메인 전문성, 유사 시스템 경험, 프로덕션 가이드의 모범 사례에 기반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PRR 체크리스트 예시: 업데이트의 영향 범위, 의존성 인스턴스 적절성, 네트워크 QoS, 오류 로깅, 사용자 가시적 요청 실패 모니터링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Early Engagement Model: 설계 단계부터 SRE 참여 - 적용 대상은 기존 SRE 관리 시스템의 신규 기능, 대규모 재작성, 또는 출시 시 SRE 인수를 요청한 서비스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설계 단계 참여 이점: 프로덕션 인시던트를 사전에 예방하고 차선의 설계 트레이드오프에 대한 사전 인식 공유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빌드 단계 참여: 계측/메트릭, 운영 제어, 리소스 사용 효율에 대해 SRE가 특정 라이브러리/컴포넌트를 권장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출시 단계 참여: "다크 런치" - 기존 사용자 트래픽의 일부를 새 서비스에 전송하되 응답은 폐기하여 운영 인사이트 확보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출시 후: 안정적 시스템은 신뢰성 개선 vs 기능 추가의 우선순위 충돌을 줄여 개발 모멘텀을 유지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Simple PRR의 한계: 2~3명 SRE로 2~3분기 소요, 긴 리드 타임, 서비스별 다른 구현으로 중복 작업, 교차 서비스 수정/개선 복제 불가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외부 요인: 마이크로서비스 증가로 서비스 수와 SRE 지원 요청 증가, SRE 채용 어려움, 직접 SRE 지원이 없는 다수 개발팀 지원 필요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Frameworks 접근: SRE가 검증한 프로덕션 모범 사례를 코드로 구현하여 서비스가 설계에 의해 "프로덕션 준비" 상태가 되도록 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프레임워크 모듈: 계측/메트릭, 요청 로깅, 트래픽/부하 관리 제어 - 비즈니스 로직에 집중하도록 인프라 사용을 캡슐화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프레임워크의 이점: (1) 운영 오버헤드 대폭 감소 (2) SRE 직원 장벽 해소로 모든 서비스에 보편적 지원 (3) 단일 SRE 1분기 온보딩 (4) 아이디어에서 SRE급 품질 배포까지 수일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공유 책임 모델: SRE가 플랫폼 인프라(부하 차단, 자동화, 트래픽 관리, 모니터링)를 담당하고 개발팀이 비즈니스 로직의 온콜을 담당하는 새로운 관계 모델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best production incidents are those that never happen!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Frameworks free developers from having to glue together and configure individual components in an ad hoc service-specific manner.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SRE 참여 모델  |  Production Readiness Review  |  조기 참여  |  프레임워크  |  서비스 플랫폼  |  공유 책임  |  온보딩  |  다크 런치  |  마이크로서비스  |  프로덕션 가이드  |  체크리스트  |  지속적 개선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4: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D3530"/>
                </a:solidFill>
                <a:latin typeface="NanumMyeongjo"/>
              </a:defRPr>
            </a:pPr>
            <a:r>
              <a:t>End of Part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7A6A"/>
                </a:solidFill>
                <a:latin typeface="Malgun Gothic"/>
              </a:defRPr>
            </a:pPr>
            <a:r>
              <a:t>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